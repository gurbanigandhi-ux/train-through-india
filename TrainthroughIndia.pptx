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D21888-D508-4001-A73D-D7F79D7DF82F}" v="16" dt="2026-02-13T19:10:41.8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bani gandhi" userId="b264d0bb46a32623" providerId="LiveId" clId="{BBA9AE81-5DF8-4A7F-B91D-0345D8A2A0A2}"/>
    <pc:docChg chg="custSel addSld modSld">
      <pc:chgData name="Gurbani gandhi" userId="b264d0bb46a32623" providerId="LiveId" clId="{BBA9AE81-5DF8-4A7F-B91D-0345D8A2A0A2}" dt="2026-02-13T19:13:25.883" v="192" actId="27636"/>
      <pc:docMkLst>
        <pc:docMk/>
      </pc:docMkLst>
      <pc:sldChg chg="modSp new mod">
        <pc:chgData name="Gurbani gandhi" userId="b264d0bb46a32623" providerId="LiveId" clId="{BBA9AE81-5DF8-4A7F-B91D-0345D8A2A0A2}" dt="2026-02-13T19:13:25.883" v="192" actId="27636"/>
        <pc:sldMkLst>
          <pc:docMk/>
          <pc:sldMk cId="942598663" sldId="265"/>
        </pc:sldMkLst>
        <pc:spChg chg="mod">
          <ac:chgData name="Gurbani gandhi" userId="b264d0bb46a32623" providerId="LiveId" clId="{BBA9AE81-5DF8-4A7F-B91D-0345D8A2A0A2}" dt="2026-02-13T19:13:12.077" v="185" actId="122"/>
          <ac:spMkLst>
            <pc:docMk/>
            <pc:sldMk cId="942598663" sldId="265"/>
            <ac:spMk id="2" creationId="{EC11EB4B-A47B-D4E3-97C1-71778A455142}"/>
          </ac:spMkLst>
        </pc:spChg>
        <pc:spChg chg="mod">
          <ac:chgData name="Gurbani gandhi" userId="b264d0bb46a32623" providerId="LiveId" clId="{BBA9AE81-5DF8-4A7F-B91D-0345D8A2A0A2}" dt="2026-02-13T19:13:25.883" v="192" actId="27636"/>
          <ac:spMkLst>
            <pc:docMk/>
            <pc:sldMk cId="942598663" sldId="265"/>
            <ac:spMk id="3" creationId="{10738384-36E5-171D-8899-9136A37EBF7F}"/>
          </ac:spMkLst>
        </pc:spChg>
      </pc:sldChg>
      <pc:sldChg chg="modSp new mod">
        <pc:chgData name="Gurbani gandhi" userId="b264d0bb46a32623" providerId="LiveId" clId="{BBA9AE81-5DF8-4A7F-B91D-0345D8A2A0A2}" dt="2026-02-13T19:13:07.200" v="184" actId="20577"/>
        <pc:sldMkLst>
          <pc:docMk/>
          <pc:sldMk cId="3168039988" sldId="266"/>
        </pc:sldMkLst>
        <pc:spChg chg="mod">
          <ac:chgData name="Gurbani gandhi" userId="b264d0bb46a32623" providerId="LiveId" clId="{BBA9AE81-5DF8-4A7F-B91D-0345D8A2A0A2}" dt="2026-02-13T19:12:57.392" v="179" actId="122"/>
          <ac:spMkLst>
            <pc:docMk/>
            <pc:sldMk cId="3168039988" sldId="266"/>
            <ac:spMk id="2" creationId="{00411877-372A-26F4-7086-5AB31FFBC06F}"/>
          </ac:spMkLst>
        </pc:spChg>
        <pc:spChg chg="mod">
          <ac:chgData name="Gurbani gandhi" userId="b264d0bb46a32623" providerId="LiveId" clId="{BBA9AE81-5DF8-4A7F-B91D-0345D8A2A0A2}" dt="2026-02-13T19:13:07.200" v="184" actId="20577"/>
          <ac:spMkLst>
            <pc:docMk/>
            <pc:sldMk cId="3168039988" sldId="266"/>
            <ac:spMk id="3" creationId="{45709C70-706E-D7E0-92BE-D909424CD552}"/>
          </ac:spMkLst>
        </pc:spChg>
      </pc:sldChg>
      <pc:sldChg chg="modSp new mod">
        <pc:chgData name="Gurbani gandhi" userId="b264d0bb46a32623" providerId="LiveId" clId="{BBA9AE81-5DF8-4A7F-B91D-0345D8A2A0A2}" dt="2026-02-13T19:12:53.686" v="178" actId="12"/>
        <pc:sldMkLst>
          <pc:docMk/>
          <pc:sldMk cId="208471458" sldId="267"/>
        </pc:sldMkLst>
        <pc:spChg chg="mod">
          <ac:chgData name="Gurbani gandhi" userId="b264d0bb46a32623" providerId="LiveId" clId="{BBA9AE81-5DF8-4A7F-B91D-0345D8A2A0A2}" dt="2026-02-13T19:12:43.962" v="173" actId="122"/>
          <ac:spMkLst>
            <pc:docMk/>
            <pc:sldMk cId="208471458" sldId="267"/>
            <ac:spMk id="2" creationId="{C7547FAA-C8A3-44E8-DEBD-50B13C3066A3}"/>
          </ac:spMkLst>
        </pc:spChg>
        <pc:spChg chg="mod">
          <ac:chgData name="Gurbani gandhi" userId="b264d0bb46a32623" providerId="LiveId" clId="{BBA9AE81-5DF8-4A7F-B91D-0345D8A2A0A2}" dt="2026-02-13T19:12:53.686" v="178" actId="12"/>
          <ac:spMkLst>
            <pc:docMk/>
            <pc:sldMk cId="208471458" sldId="267"/>
            <ac:spMk id="3" creationId="{6B5E4910-5120-4F25-A92A-11C0D5CDCE73}"/>
          </ac:spMkLst>
        </pc:spChg>
      </pc:sldChg>
      <pc:sldChg chg="modSp new mod">
        <pc:chgData name="Gurbani gandhi" userId="b264d0bb46a32623" providerId="LiveId" clId="{BBA9AE81-5DF8-4A7F-B91D-0345D8A2A0A2}" dt="2026-02-13T19:12:38.927" v="172" actId="20577"/>
        <pc:sldMkLst>
          <pc:docMk/>
          <pc:sldMk cId="3295610300" sldId="268"/>
        </pc:sldMkLst>
        <pc:spChg chg="mod">
          <ac:chgData name="Gurbani gandhi" userId="b264d0bb46a32623" providerId="LiveId" clId="{BBA9AE81-5DF8-4A7F-B91D-0345D8A2A0A2}" dt="2026-02-13T19:12:30.605" v="168" actId="122"/>
          <ac:spMkLst>
            <pc:docMk/>
            <pc:sldMk cId="3295610300" sldId="268"/>
            <ac:spMk id="2" creationId="{8D203459-1769-5C6A-EF3D-C181A7625798}"/>
          </ac:spMkLst>
        </pc:spChg>
        <pc:spChg chg="mod">
          <ac:chgData name="Gurbani gandhi" userId="b264d0bb46a32623" providerId="LiveId" clId="{BBA9AE81-5DF8-4A7F-B91D-0345D8A2A0A2}" dt="2026-02-13T19:12:38.927" v="172" actId="20577"/>
          <ac:spMkLst>
            <pc:docMk/>
            <pc:sldMk cId="3295610300" sldId="268"/>
            <ac:spMk id="3" creationId="{81A3A342-9D88-542E-4A5F-90024E1A22E8}"/>
          </ac:spMkLst>
        </pc:spChg>
      </pc:sldChg>
      <pc:sldChg chg="modSp new mod">
        <pc:chgData name="Gurbani gandhi" userId="b264d0bb46a32623" providerId="LiveId" clId="{BBA9AE81-5DF8-4A7F-B91D-0345D8A2A0A2}" dt="2026-02-13T19:12:27.798" v="167" actId="12"/>
        <pc:sldMkLst>
          <pc:docMk/>
          <pc:sldMk cId="2013006381" sldId="269"/>
        </pc:sldMkLst>
        <pc:spChg chg="mod">
          <ac:chgData name="Gurbani gandhi" userId="b264d0bb46a32623" providerId="LiveId" clId="{BBA9AE81-5DF8-4A7F-B91D-0345D8A2A0A2}" dt="2026-02-13T19:12:12.283" v="162" actId="122"/>
          <ac:spMkLst>
            <pc:docMk/>
            <pc:sldMk cId="2013006381" sldId="269"/>
            <ac:spMk id="2" creationId="{B657814F-2767-44E2-6539-4E0B5C706DCD}"/>
          </ac:spMkLst>
        </pc:spChg>
        <pc:spChg chg="mod">
          <ac:chgData name="Gurbani gandhi" userId="b264d0bb46a32623" providerId="LiveId" clId="{BBA9AE81-5DF8-4A7F-B91D-0345D8A2A0A2}" dt="2026-02-13T19:12:27.798" v="167" actId="12"/>
          <ac:spMkLst>
            <pc:docMk/>
            <pc:sldMk cId="2013006381" sldId="269"/>
            <ac:spMk id="3" creationId="{1FC4413B-5580-C819-86D5-93B5139350A5}"/>
          </ac:spMkLst>
        </pc:spChg>
      </pc:sldChg>
      <pc:sldChg chg="modSp new mod">
        <pc:chgData name="Gurbani gandhi" userId="b264d0bb46a32623" providerId="LiveId" clId="{BBA9AE81-5DF8-4A7F-B91D-0345D8A2A0A2}" dt="2026-02-13T19:12:23.343" v="166" actId="12"/>
        <pc:sldMkLst>
          <pc:docMk/>
          <pc:sldMk cId="3163384902" sldId="270"/>
        </pc:sldMkLst>
        <pc:spChg chg="mod">
          <ac:chgData name="Gurbani gandhi" userId="b264d0bb46a32623" providerId="LiveId" clId="{BBA9AE81-5DF8-4A7F-B91D-0345D8A2A0A2}" dt="2026-02-13T19:12:03.162" v="157" actId="122"/>
          <ac:spMkLst>
            <pc:docMk/>
            <pc:sldMk cId="3163384902" sldId="270"/>
            <ac:spMk id="2" creationId="{D8DDFEF6-6489-467C-9D45-8366C61E4FDA}"/>
          </ac:spMkLst>
        </pc:spChg>
        <pc:spChg chg="mod">
          <ac:chgData name="Gurbani gandhi" userId="b264d0bb46a32623" providerId="LiveId" clId="{BBA9AE81-5DF8-4A7F-B91D-0345D8A2A0A2}" dt="2026-02-13T19:12:23.343" v="166" actId="12"/>
          <ac:spMkLst>
            <pc:docMk/>
            <pc:sldMk cId="3163384902" sldId="270"/>
            <ac:spMk id="3" creationId="{5B22C297-5859-ACCA-EEF0-DAEDAEFA14EC}"/>
          </ac:spMkLst>
        </pc:spChg>
      </pc:sldChg>
      <pc:sldChg chg="modSp new mod">
        <pc:chgData name="Gurbani gandhi" userId="b264d0bb46a32623" providerId="LiveId" clId="{BBA9AE81-5DF8-4A7F-B91D-0345D8A2A0A2}" dt="2026-02-13T19:12:00.997" v="156" actId="122"/>
        <pc:sldMkLst>
          <pc:docMk/>
          <pc:sldMk cId="3168624836" sldId="271"/>
        </pc:sldMkLst>
        <pc:spChg chg="mod">
          <ac:chgData name="Gurbani gandhi" userId="b264d0bb46a32623" providerId="LiveId" clId="{BBA9AE81-5DF8-4A7F-B91D-0345D8A2A0A2}" dt="2026-02-13T19:12:00.997" v="156" actId="122"/>
          <ac:spMkLst>
            <pc:docMk/>
            <pc:sldMk cId="3168624836" sldId="271"/>
            <ac:spMk id="2" creationId="{93EBB331-A3E1-F1D2-707C-76B9343EE941}"/>
          </ac:spMkLst>
        </pc:spChg>
        <pc:spChg chg="mod">
          <ac:chgData name="Gurbani gandhi" userId="b264d0bb46a32623" providerId="LiveId" clId="{BBA9AE81-5DF8-4A7F-B91D-0345D8A2A0A2}" dt="2026-02-13T19:11:56.709" v="155" actId="12"/>
          <ac:spMkLst>
            <pc:docMk/>
            <pc:sldMk cId="3168624836" sldId="271"/>
            <ac:spMk id="3" creationId="{DE1BCC20-D94F-754C-C742-019519B57596}"/>
          </ac:spMkLst>
        </pc:spChg>
      </pc:sldChg>
      <pc:sldChg chg="modSp new mod">
        <pc:chgData name="Gurbani gandhi" userId="b264d0bb46a32623" providerId="LiveId" clId="{BBA9AE81-5DF8-4A7F-B91D-0345D8A2A0A2}" dt="2026-02-13T19:11:20.720" v="150" actId="12"/>
        <pc:sldMkLst>
          <pc:docMk/>
          <pc:sldMk cId="2587643286" sldId="272"/>
        </pc:sldMkLst>
        <pc:spChg chg="mod">
          <ac:chgData name="Gurbani gandhi" userId="b264d0bb46a32623" providerId="LiveId" clId="{BBA9AE81-5DF8-4A7F-B91D-0345D8A2A0A2}" dt="2026-02-13T19:10:51.405" v="144" actId="122"/>
          <ac:spMkLst>
            <pc:docMk/>
            <pc:sldMk cId="2587643286" sldId="272"/>
            <ac:spMk id="2" creationId="{B14AD873-8FF4-CCF8-83DE-E31410E2DC35}"/>
          </ac:spMkLst>
        </pc:spChg>
        <pc:spChg chg="mod">
          <ac:chgData name="Gurbani gandhi" userId="b264d0bb46a32623" providerId="LiveId" clId="{BBA9AE81-5DF8-4A7F-B91D-0345D8A2A0A2}" dt="2026-02-13T19:11:20.720" v="150" actId="12"/>
          <ac:spMkLst>
            <pc:docMk/>
            <pc:sldMk cId="2587643286" sldId="272"/>
            <ac:spMk id="3" creationId="{D8A6BB98-47B8-9E66-19B7-34C2E610E63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48272"/>
            <a:ext cx="9144000" cy="978194"/>
          </a:xfrm>
        </p:spPr>
        <p:txBody>
          <a:bodyPr>
            <a:normAutofit fontScale="90000"/>
          </a:bodyPr>
          <a:lstStyle/>
          <a:p>
            <a:r>
              <a:rPr lang="en-US" dirty="0"/>
              <a:t>   </a:t>
            </a:r>
            <a:r>
              <a:rPr lang="en-US" dirty="0">
                <a:latin typeface="Abadi" panose="020B0604020104020204" pitchFamily="34" charset="0"/>
              </a:rPr>
              <a:t>Train Through India               </a:t>
            </a:r>
            <a:br>
              <a:rPr lang="en-US" dirty="0">
                <a:latin typeface="Abadi" panose="020B0604020104020204" pitchFamily="34" charset="0"/>
              </a:rPr>
            </a:br>
            <a:r>
              <a:rPr lang="en-US" dirty="0">
                <a:latin typeface="Abadi" panose="020B0604020104020204" pitchFamily="34" charset="0"/>
              </a:rPr>
              <a:t> A Gamified Cultural Exploration Platform</a:t>
            </a:r>
            <a:endParaRPr lang="en-IN" dirty="0">
              <a:latin typeface="Abadi" panose="020B06040201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Gurbani</a:t>
            </a:r>
          </a:p>
          <a:p>
            <a:r>
              <a:rPr lang="en-IN" dirty="0"/>
              <a:t>2427030224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Satpal Singh Kushwaha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4000" y="1048472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33" y="25688"/>
            <a:ext cx="10515600" cy="1325563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A2E12F5-4FA9-1231-71AF-E1CAB90A3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27" y="1111359"/>
            <a:ext cx="1141134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 is incredibly diverse, with distinct customs, cuisines, languages, and artistic expressions found in every region.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Because they connect cities, people, and experiences, trains are a representation of India's interconnected culture.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Through the use of technology, the project seeks to integrate immersive virtual travel with cultural education.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Through a train simulation that makes stops in different cities and features authentic cultural content, users can get a taste of Indian culture.</a:t>
            </a:r>
            <a:br>
              <a:rPr lang="en-US" altLang="en-US" dirty="0"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63941"/>
            <a:ext cx="9963509" cy="1616529"/>
          </a:xfrm>
        </p:spPr>
        <p:txBody>
          <a:bodyPr>
            <a:normAutofit/>
          </a:bodyPr>
          <a:lstStyle/>
          <a:p>
            <a:r>
              <a:rPr lang="en-IN" sz="400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EC4183-E7DA-5315-DF4C-08D6D26540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645863"/>
              </p:ext>
            </p:extLst>
          </p:nvPr>
        </p:nvGraphicFramePr>
        <p:xfrm>
          <a:off x="761999" y="2715168"/>
          <a:ext cx="10383432" cy="3196840"/>
        </p:xfrm>
        <a:graphic>
          <a:graphicData uri="http://schemas.openxmlformats.org/drawingml/2006/table">
            <a:tbl>
              <a:tblPr/>
              <a:tblGrid>
                <a:gridCol w="3461144">
                  <a:extLst>
                    <a:ext uri="{9D8B030D-6E8A-4147-A177-3AD203B41FA5}">
                      <a16:colId xmlns:a16="http://schemas.microsoft.com/office/drawing/2014/main" val="1258773179"/>
                    </a:ext>
                  </a:extLst>
                </a:gridCol>
                <a:gridCol w="3461144">
                  <a:extLst>
                    <a:ext uri="{9D8B030D-6E8A-4147-A177-3AD203B41FA5}">
                      <a16:colId xmlns:a16="http://schemas.microsoft.com/office/drawing/2014/main" val="3859844807"/>
                    </a:ext>
                  </a:extLst>
                </a:gridCol>
                <a:gridCol w="3461144">
                  <a:extLst>
                    <a:ext uri="{9D8B030D-6E8A-4147-A177-3AD203B41FA5}">
                      <a16:colId xmlns:a16="http://schemas.microsoft.com/office/drawing/2014/main" val="1041727138"/>
                    </a:ext>
                  </a:extLst>
                </a:gridCol>
              </a:tblGrid>
              <a:tr h="3972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effectLst/>
                          <a:latin typeface="Arial" panose="020B0604020202020204" pitchFamily="34" charset="0"/>
                        </a:rPr>
                        <a:t>Existing System</a:t>
                      </a: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Arial" panose="020B0604020202020204" pitchFamily="34" charset="0"/>
                        </a:rPr>
                        <a:t>Features</a:t>
                      </a: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Arial" panose="020B0604020202020204" pitchFamily="34" charset="0"/>
                        </a:rPr>
                        <a:t>Limitation</a:t>
                      </a: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212037"/>
                  </a:ext>
                </a:extLst>
              </a:tr>
              <a:tr h="6681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i="0" u="none" strike="noStrike">
                          <a:effectLst/>
                          <a:latin typeface="Arial" panose="020B0604020202020204" pitchFamily="34" charset="0"/>
                        </a:rPr>
                        <a:t>Incredible India App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Arial" panose="020B0604020202020204" pitchFamily="34" charset="0"/>
                        </a:rPr>
                        <a:t>Provides tourism info and destinations</a:t>
                      </a: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Static info, no interaction or journey experience</a:t>
                      </a: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436406"/>
                  </a:ext>
                </a:extLst>
              </a:tr>
              <a:tr h="6681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i="0" u="none" strike="noStrike" dirty="0">
                          <a:effectLst/>
                          <a:latin typeface="Arial" panose="020B0604020202020204" pitchFamily="34" charset="0"/>
                        </a:rPr>
                        <a:t>Google Arts &amp; Culture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Arial" panose="020B0604020202020204" pitchFamily="34" charset="0"/>
                        </a:rPr>
                        <a:t>Virtual tours and artworks</a:t>
                      </a: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Not region-specific or emotionally engaging</a:t>
                      </a: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245727"/>
                  </a:ext>
                </a:extLst>
              </a:tr>
              <a:tr h="6681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i="0" u="none" strike="noStrike">
                          <a:effectLst/>
                          <a:latin typeface="Arial" panose="020B0604020202020204" pitchFamily="34" charset="0"/>
                        </a:rPr>
                        <a:t>Train Simulator Games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Focus on train driving mechanics</a:t>
                      </a: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Arial" panose="020B0604020202020204" pitchFamily="34" charset="0"/>
                        </a:rPr>
                        <a:t>Entertainment only, not educational</a:t>
                      </a: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672646"/>
                  </a:ext>
                </a:extLst>
              </a:tr>
              <a:tr h="6681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i="0" u="none" strike="noStrike">
                          <a:effectLst/>
                          <a:latin typeface="Arial" panose="020B0604020202020204" pitchFamily="34" charset="0"/>
                        </a:rPr>
                        <a:t>YouTube Travel Vlogs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Arial" panose="020B0604020202020204" pitchFamily="34" charset="0"/>
                        </a:rPr>
                        <a:t>Real visuals of places</a:t>
                      </a: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dirty="0">
                          <a:effectLst/>
                          <a:latin typeface="Arial" panose="020B0604020202020204" pitchFamily="34" charset="0"/>
                        </a:rPr>
                        <a:t>No structured cultural learning experience</a:t>
                      </a:r>
                    </a:p>
                  </a:txBody>
                  <a:tcPr marL="90291" marR="90291" marT="45145" marB="45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529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E1E229-65DF-1247-6D61-F1BF27088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664" y="1546005"/>
            <a:ext cx="110642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India's enormous cultural diversity is still underrepresented in digital media,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emphasizes the need for an engaging platform that uses immersive experiences to raise cultural awareness.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888"/>
            <a:ext cx="10515600" cy="47870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  <a:r>
              <a:rPr lang="en-US" dirty="0"/>
              <a:t> Identify major train routes and select key cultural cities (e.g., Delhi, Jaipur, Mumbai, Goa).</a:t>
            </a:r>
            <a:br>
              <a:rPr lang="en-US" dirty="0"/>
            </a:br>
            <a:r>
              <a:rPr lang="en-US" b="1" dirty="0"/>
              <a:t>Step 2:</a:t>
            </a:r>
            <a:r>
              <a:rPr lang="en-US" dirty="0"/>
              <a:t> Collect authentic cultural data — images, short descriptions, facts, and local stories for each stop.</a:t>
            </a:r>
            <a:br>
              <a:rPr lang="en-US" dirty="0"/>
            </a:br>
            <a:r>
              <a:rPr lang="en-US" b="1" dirty="0"/>
              <a:t>Step 3:</a:t>
            </a:r>
            <a:r>
              <a:rPr lang="en-US" dirty="0"/>
              <a:t> Design a train-themed interactive interface using React (or any web framework).</a:t>
            </a:r>
            <a:br>
              <a:rPr lang="en-US" dirty="0"/>
            </a:br>
            <a:r>
              <a:rPr lang="en-US" b="1" dirty="0"/>
              <a:t>Step 4:</a:t>
            </a:r>
            <a:r>
              <a:rPr lang="en-US" dirty="0"/>
              <a:t> Store cultural content and route details in a Firebase/JSON database.</a:t>
            </a:r>
            <a:br>
              <a:rPr lang="en-US" dirty="0"/>
            </a:br>
            <a:r>
              <a:rPr lang="en-US" b="1" dirty="0"/>
              <a:t>Step 5:</a:t>
            </a:r>
            <a:r>
              <a:rPr lang="en-US" dirty="0"/>
              <a:t> Develop simulation flow — train journey animation with stop-based content display.</a:t>
            </a:r>
            <a:br>
              <a:rPr lang="en-US" dirty="0"/>
            </a:br>
            <a:r>
              <a:rPr lang="en-US" b="1" dirty="0"/>
              <a:t>Step 6:</a:t>
            </a:r>
            <a:r>
              <a:rPr lang="en-US" dirty="0"/>
              <a:t> Integrate quizzes and points system for user engagement.</a:t>
            </a:r>
            <a:br>
              <a:rPr lang="en-US" dirty="0"/>
            </a:br>
            <a:r>
              <a:rPr lang="en-US" b="1" dirty="0"/>
              <a:t>Step 7:</a:t>
            </a:r>
            <a:r>
              <a:rPr lang="en-US" dirty="0"/>
              <a:t> Test the app for smooth navigation and deploy it on Firebase or </a:t>
            </a:r>
            <a:r>
              <a:rPr lang="en-US" dirty="0" err="1"/>
              <a:t>Vercel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0344" y="0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E29059-4BBD-D8CC-B80B-35B970CB8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8" y="1616740"/>
            <a:ext cx="1003096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To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spread awareness of Indian culture in an interesting digital way.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replicate authentic train travel between areas with cultural stops.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interactively incorporate regional festivals, art, food, and storytelling.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retention and engagement through gamification. 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offer a fun and educational experience.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EB4B-A47B-D4E3-97C1-71778A455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Technology Stack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38384-36E5-171D-8899-9136A37EB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Frontend: React.js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 lvl="1"/>
            <a:r>
              <a:rPr lang="en-IN" dirty="0"/>
              <a:t>Routing: React Router DOM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State Management: </a:t>
            </a:r>
            <a:r>
              <a:rPr lang="en-IN" dirty="0" err="1"/>
              <a:t>useState</a:t>
            </a:r>
            <a:r>
              <a:rPr lang="en-IN" dirty="0"/>
              <a:t> (Score &amp; Progress Tracking)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Data Storage: JSON-based local data files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Styling: CSS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Deployment Ready for: Firebase / </a:t>
            </a:r>
            <a:r>
              <a:rPr lang="en-IN" dirty="0" err="1"/>
              <a:t>Vercel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598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1877-372A-26F4-7086-5AB31FFB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9C70-706E-D7E0-92BE-D909424CD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User Interface Layer (React Components)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 lvl="1"/>
            <a:r>
              <a:rPr lang="en-IN" dirty="0"/>
              <a:t>Routing Layer (Dynamic City-based Navigation)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Data Layer (</a:t>
            </a:r>
            <a:r>
              <a:rPr lang="en-IN" dirty="0" err="1"/>
              <a:t>cities.json</a:t>
            </a:r>
            <a:r>
              <a:rPr lang="en-IN" dirty="0"/>
              <a:t> &amp; </a:t>
            </a:r>
            <a:r>
              <a:rPr lang="en-IN" dirty="0" err="1"/>
              <a:t>quizzes.json</a:t>
            </a:r>
            <a:r>
              <a:rPr lang="en-IN" dirty="0"/>
              <a:t>)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Score &amp; Progress Tracking Logic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Modular Component-Based Design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039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47FAA-C8A3-44E8-DEBD-50B13C30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Key Advancements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E4910-5120-4F25-A92A-11C0D5CDC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Dynamic city-based routing using URL parameters</a:t>
            </a:r>
          </a:p>
          <a:p>
            <a:endParaRPr lang="en-US" dirty="0"/>
          </a:p>
          <a:p>
            <a:pPr lvl="1"/>
            <a:r>
              <a:rPr lang="en-US" dirty="0"/>
              <a:t>Quiz system integrated for each city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Real-time score calculation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Visited cities tracking system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Interactive navigation flow (Home → Cities → Quiz → Score)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47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3459-1769-5C6A-EF3D-C181A762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Model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3A342-9D88-542E-4A5F-90024E1A2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 err="1"/>
              <a:t>cities.json</a:t>
            </a:r>
            <a:r>
              <a:rPr lang="en-IN" dirty="0"/>
              <a:t> stores: City ID, Name, Tagline, Description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 lvl="1"/>
            <a:r>
              <a:rPr lang="en-IN" dirty="0" err="1"/>
              <a:t>quizzes.json</a:t>
            </a:r>
            <a:r>
              <a:rPr lang="en-IN" dirty="0"/>
              <a:t> stores: City-based MCQs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Each city linked with respective quiz via ID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Scalable structure – Easy to add new cities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610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7814F-2767-44E2-6539-4E0B5C70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Gamification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4413B-5580-C819-86D5-93B513935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Points system for correct answers</a:t>
            </a:r>
          </a:p>
          <a:p>
            <a:endParaRPr lang="en-US" dirty="0"/>
          </a:p>
          <a:p>
            <a:pPr lvl="1"/>
            <a:r>
              <a:rPr lang="en-US" dirty="0"/>
              <a:t>Score accumulation across journey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Progress display on homepage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Engagement through interactive quizzes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00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DFEF6-6489-467C-9D45-8366C61E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Application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2C297-5859-ACCA-EEF0-DAEDAEFA1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Step 1: User starts journey from homepage</a:t>
            </a:r>
          </a:p>
          <a:p>
            <a:endParaRPr lang="en-US" dirty="0"/>
          </a:p>
          <a:p>
            <a:pPr lvl="1"/>
            <a:r>
              <a:rPr lang="en-US" dirty="0"/>
              <a:t>Step 2: Selects a city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3: Reads cultural information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4: Attempts city quiz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5: Score updates and next city unlocks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384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BB331-A3E1-F1D2-707C-76B9343E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Deployment &amp;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BCC20-D94F-754C-C742-019519B57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Project structured for cloud deployment</a:t>
            </a:r>
          </a:p>
          <a:p>
            <a:endParaRPr lang="en-US" dirty="0"/>
          </a:p>
          <a:p>
            <a:pPr lvl="1"/>
            <a:r>
              <a:rPr lang="en-US" dirty="0"/>
              <a:t>Can </a:t>
            </a:r>
            <a:r>
              <a:rPr lang="en-US" sz="2800" dirty="0"/>
              <a:t>be</a:t>
            </a:r>
            <a:r>
              <a:rPr lang="en-US" dirty="0"/>
              <a:t> hosted on Firebase Hosting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Backend integration possible (</a:t>
            </a:r>
            <a:r>
              <a:rPr lang="en-US" dirty="0" err="1"/>
              <a:t>Firestore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Future API integration for real-time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624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D873-8FF4-CCF8-83DE-E31410E2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BB98-47B8-9E66-19B7-34C2E610E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Add train animation between cities</a:t>
            </a:r>
          </a:p>
          <a:p>
            <a:endParaRPr lang="en-US" dirty="0"/>
          </a:p>
          <a:p>
            <a:pPr lvl="1"/>
            <a:r>
              <a:rPr lang="en-US" dirty="0"/>
              <a:t>Add leaderboard system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Add authentication &amp; user profiles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Multilingual support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AI-based recommendation of next city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643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Ministry of Tourism, Government of India – </a:t>
            </a:r>
            <a:r>
              <a:rPr lang="en-US" i="1" dirty="0"/>
              <a:t>Incredible India </a:t>
            </a:r>
            <a:br>
              <a:rPr lang="en-US" dirty="0"/>
            </a:br>
            <a:r>
              <a:rPr lang="en-US" dirty="0"/>
              <a:t>  https://www.incredibleindia.org</a:t>
            </a:r>
          </a:p>
          <a:p>
            <a:r>
              <a:rPr lang="en-US" dirty="0"/>
              <a:t>Indian Railways Official Portal – </a:t>
            </a:r>
            <a:r>
              <a:rPr lang="en-US" i="1" dirty="0"/>
              <a:t>About Indian Railways &amp; Routes</a:t>
            </a:r>
            <a:br>
              <a:rPr lang="en-US" dirty="0"/>
            </a:br>
            <a:r>
              <a:rPr lang="en-US" dirty="0"/>
              <a:t>https://indianrailways.gov.in</a:t>
            </a:r>
          </a:p>
          <a:p>
            <a:r>
              <a:rPr lang="en-US" dirty="0"/>
              <a:t>Google Arts &amp; Culture – </a:t>
            </a:r>
            <a:r>
              <a:rPr lang="en-US" i="1" dirty="0"/>
              <a:t>India Heritage Collection</a:t>
            </a:r>
            <a:br>
              <a:rPr lang="en-US" dirty="0"/>
            </a:br>
            <a:r>
              <a:rPr lang="en-US" dirty="0"/>
              <a:t> https://artsandculture.google.com</a:t>
            </a:r>
          </a:p>
          <a:p>
            <a:r>
              <a:rPr lang="en-US" dirty="0"/>
              <a:t>Wikimedia Commons – </a:t>
            </a:r>
            <a:r>
              <a:rPr lang="en-US" i="1" dirty="0"/>
              <a:t>Open-source images and cultural media</a:t>
            </a:r>
            <a:br>
              <a:rPr lang="en-US" dirty="0"/>
            </a:br>
            <a:r>
              <a:rPr lang="en-US" dirty="0"/>
              <a:t>https://commons.wikimedia.org</a:t>
            </a:r>
          </a:p>
          <a:p>
            <a:r>
              <a:rPr lang="en-US" dirty="0" err="1"/>
              <a:t>Pixabay</a:t>
            </a:r>
            <a:r>
              <a:rPr lang="en-US" dirty="0"/>
              <a:t> / </a:t>
            </a:r>
            <a:r>
              <a:rPr lang="en-US" dirty="0" err="1"/>
              <a:t>Unsplash</a:t>
            </a:r>
            <a:r>
              <a:rPr lang="en-US" dirty="0"/>
              <a:t> – </a:t>
            </a:r>
            <a:r>
              <a:rPr lang="en-US" i="1" dirty="0"/>
              <a:t>Royalty-free visuals for Indian landmarks</a:t>
            </a:r>
            <a:br>
              <a:rPr lang="en-US" dirty="0"/>
            </a:br>
            <a:r>
              <a:rPr lang="en-US" dirty="0"/>
              <a:t>https://pixabay.com</a:t>
            </a:r>
            <a:br>
              <a:rPr lang="en-US" dirty="0"/>
            </a:br>
            <a:r>
              <a:rPr lang="en-US" dirty="0"/>
              <a:t>https://unsplash.com</a:t>
            </a:r>
          </a:p>
          <a:p>
            <a:r>
              <a:rPr lang="en-US" dirty="0"/>
              <a:t>Firebase Documentation – </a:t>
            </a:r>
            <a:r>
              <a:rPr lang="en-US" i="1" dirty="0"/>
              <a:t>Hosting and Database Tools</a:t>
            </a:r>
            <a:br>
              <a:rPr lang="en-US" dirty="0"/>
            </a:br>
            <a:r>
              <a:rPr lang="en-US" dirty="0"/>
              <a:t>https://firebase.google.com/docs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769</Words>
  <Application>Microsoft Office PowerPoint</Application>
  <PresentationFormat>Widescreen</PresentationFormat>
  <Paragraphs>136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Abadi</vt:lpstr>
      <vt:lpstr>Aptos</vt:lpstr>
      <vt:lpstr>Aptos Display</vt:lpstr>
      <vt:lpstr>Arial</vt:lpstr>
      <vt:lpstr>Wingdings</vt:lpstr>
      <vt:lpstr>Office Theme</vt:lpstr>
      <vt:lpstr>   Train Through India                 A Gamified Cultural Exploration Platform</vt:lpstr>
      <vt:lpstr>Outline</vt:lpstr>
      <vt:lpstr>Introduction</vt:lpstr>
      <vt:lpstr>Literature Review</vt:lpstr>
      <vt:lpstr>Problem Statement</vt:lpstr>
      <vt:lpstr>Proposed Solution</vt:lpstr>
      <vt:lpstr>Objectives</vt:lpstr>
      <vt:lpstr>Technology Stack Used</vt:lpstr>
      <vt:lpstr>System Architecture</vt:lpstr>
      <vt:lpstr>Key Advancements Implemented</vt:lpstr>
      <vt:lpstr>Data Model Structure</vt:lpstr>
      <vt:lpstr>Gamification Features</vt:lpstr>
      <vt:lpstr>Application Flow</vt:lpstr>
      <vt:lpstr>Deployment &amp; Scalability</vt:lpstr>
      <vt:lpstr>Future Enhancements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Gurbani gandhi</cp:lastModifiedBy>
  <cp:revision>2</cp:revision>
  <dcterms:created xsi:type="dcterms:W3CDTF">2025-09-29T05:03:41Z</dcterms:created>
  <dcterms:modified xsi:type="dcterms:W3CDTF">2026-02-13T19:13:30Z</dcterms:modified>
</cp:coreProperties>
</file>